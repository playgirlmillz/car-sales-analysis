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0958"/>
    <a:srgbClr val="8614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>
          <a:gsLst>
            <a:gs pos="0">
              <a:srgbClr val="86144C"/>
            </a:gs>
            <a:gs pos="100000">
              <a:srgbClr val="832B2B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GB"/>
              <a:t>Car Sales Bi-annual Report</a:t>
            </a:r>
            <a:endParaRPr lang="en-US" alt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GB"/>
              <a:t>By: Millicent Okoromu</a:t>
            </a:r>
            <a:endParaRPr lang="en-US" alt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5" name="Content Placeholder 4" descr="Car sale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635" y="0"/>
            <a:ext cx="12156440" cy="68306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6144C"/>
            </a:gs>
            <a:gs pos="100000">
              <a:srgbClr val="832B2B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sz="32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Executive Summary: Bi-Annual Car Sales Analysis</a:t>
            </a:r>
            <a:endParaRPr lang="en-US" altLang="en-GB" sz="32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9705"/>
            <a:ext cx="10515600" cy="4351338"/>
          </a:xfrm>
        </p:spPr>
        <p:txBody>
          <a:bodyPr>
            <a:noAutofit/>
          </a:bodyPr>
          <a:p>
            <a:pPr marL="0" indent="0">
              <a:lnSpc>
                <a:spcPct val="150000"/>
              </a:lnSpc>
              <a:buNone/>
            </a:pPr>
            <a:r>
              <a:rPr lang="en-US" altLang="en-GB" sz="1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This report provides a comprehensive overview of sales performance, highlighting key metrics and market trends to inform strategic decision-making.</a:t>
            </a:r>
            <a:endParaRPr lang="en-US" altLang="en-GB" sz="1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GB" sz="18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Key Performance Indicators:</a:t>
            </a:r>
            <a:endParaRPr lang="en-US" altLang="en-GB" sz="1800" b="1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en-GB" sz="1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The organization achieved a total sales volume of $672M.</a:t>
            </a:r>
            <a:endParaRPr lang="en-US" altLang="en-GB" sz="1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en-GB" sz="1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The average annual income of our buyer demographic stands at $830,840</a:t>
            </a:r>
            <a:endParaRPr lang="en-US" altLang="en-GB" sz="1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GB" sz="1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GB" sz="1800" b="1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Market Insights:</a:t>
            </a:r>
            <a:endParaRPr lang="en-US" altLang="en-GB" sz="1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en-GB" sz="1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Monthly sales data indicates a positive upward trajectory, with notable performance peaks observed in the final quarter.</a:t>
            </a:r>
            <a:endParaRPr lang="en-US" altLang="en-GB" sz="1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en-GB" sz="1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Chevrolet, Ford, and Dodge currently lead as the top-performing brands in our portfolio.</a:t>
            </a:r>
            <a:endParaRPr lang="en-US" altLang="en-GB" sz="1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en-GB" sz="1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Sales are robust across our key regions, with Austin and Janesville emerging as our top-performing markets.</a:t>
            </a:r>
            <a:endParaRPr lang="en-US" altLang="en-GB" sz="1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en-GB" sz="14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Consumer interest is segmented across diverse body styles, with a strong market preference for specific vehicle colors, notably Black and Pale White.</a:t>
            </a:r>
            <a:endParaRPr lang="en-US" altLang="en-GB" sz="14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86144C"/>
            </a:gs>
            <a:gs pos="100000">
              <a:srgbClr val="832B2B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51805"/>
          </a:xfrm>
        </p:spPr>
        <p:txBody>
          <a:bodyPr/>
          <a:p>
            <a:pPr algn="ctr"/>
            <a:r>
              <a:rPr lang="en-US" altLang="en-GB" sz="16600">
                <a:sym typeface="+mn-ea"/>
              </a:rPr>
              <a:t>Thank you.</a:t>
            </a:r>
            <a:endParaRPr lang="en-US" altLang="en-GB" sz="1660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916930"/>
            <a:ext cx="9991725" cy="281305"/>
          </a:xfrm>
          <a:noFill/>
        </p:spPr>
        <p:txBody>
          <a:bodyPr>
            <a:normAutofit fontScale="25000"/>
          </a:bodyPr>
          <a:p>
            <a:pPr marL="0" indent="0" algn="ctr">
              <a:buNone/>
            </a:pPr>
            <a:endParaRPr lang="en-US" altLang="en-GB" sz="9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890</Words>
  <Application>WPS Presentation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Bahnschrift</vt:lpstr>
      <vt:lpstr>Arial Black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graci</dc:creator>
  <cp:lastModifiedBy>millicent okoromu</cp:lastModifiedBy>
  <cp:revision>5</cp:revision>
  <dcterms:created xsi:type="dcterms:W3CDTF">2025-07-23T00:59:00Z</dcterms:created>
  <dcterms:modified xsi:type="dcterms:W3CDTF">2026-06-02T10:55:08Z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8A6B5A692C87488C985C4EB8D522BC85_11</vt:lpwstr>
  </property>
  <property fmtid="{D5CDD505-2E9C-101B-9397-08002B2CF9AE}" pid="3" name="KSOProductBuildVer">
    <vt:lpwstr>2057-12.2.0.23202</vt:lpwstr>
  </property>
</Properties>
</file>